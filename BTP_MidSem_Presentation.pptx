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BTP I MEMEC702 MID SEM EVALUATION</a:t>
            </a:r>
            <a:endParaRPr lang="en-US" sz="1900" dirty="0"/>
          </a:p>
        </p:txBody>
      </p:sp>
      <p:pic>
        <p:nvPicPr>
          <p:cNvPr id="3" name="Image 0" descr="C:\Users\Lenovo\AppData\Local\Temp\claude\C--Users-Lenovo\cf277e2f-4c0a-439c-9171-7ad71876162f\scratchpad\deck\logo-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658368"/>
            <a:ext cx="192024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2743200"/>
            <a:ext cx="8412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 REPRESENTATION DOMINATES MODEL CHOICE IN</a:t>
            </a:r>
            <a:endParaRPr lang="en-US" sz="2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MACHINE-LEARNING MODULATION FORMAT IDENTIFICATION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196596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__________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434840" y="37673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Nitesh Kumar Yadav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965960" y="407822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__________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407822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Yash Mittal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965960" y="43891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__________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434840" y="43891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Sajan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92040"/>
            <a:ext cx="8046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Under Supervision of</a:t>
            </a:r>
            <a:endParaRPr lang="en-US" sz="16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Prof./Dr. ________________________</a:t>
            </a:r>
            <a:endParaRPr lang="en-US" sz="16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Electronics and Communication Engineering</a:t>
            </a:r>
            <a:endParaRPr lang="en-US" sz="16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Netaji Subhas University of Technology</a:t>
            </a:r>
            <a:endParaRPr lang="en-US" sz="16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(NSUT), Dwarka, New Delhi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143000"/>
            <a:ext cx="694944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Objectives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Methods/Materials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Experimentation/Modeling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Conclusions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Publication (If any)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502920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Optical fibre carries data as light. Varying both amplitude and phase lets one pulse (a symbol) carry several bits.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set of allowed (amplitude, phase) points is the modulation format; plotted on the I–Q plane it forms the constellation diagram.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Elastic optical networks switch format with link conditions — 64-QAM on a short clean link, QPSK on a long noisy one.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receiver cannot demodulate until it knows which format arrived. Traditionally this is negotiated over a control channel.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Modulation Format Identification (MFI) infers the format from the received signal alone, with no control channel — a core function of Optical Performance Monitoring.</a:t>
            </a:r>
            <a:endParaRPr lang="en-US" sz="1550" dirty="0"/>
          </a:p>
        </p:txBody>
      </p:sp>
      <p:pic>
        <p:nvPicPr>
          <p:cNvPr id="6" name="Image 0" descr="D:\research paper\figures\sample_constell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1188720"/>
            <a:ext cx="3063240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446227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4444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Five formats (rows) at decreasing OSNR (columns). At low OSNR the classes become indistinguishable.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804672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Feature-based MFI: higher-order cumulants are the classical tool — Gaussian noise cancels at 4th order and above [2], [3].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 hand-crafted representations: amplitude histograms [5], [15], Stokes-space PCA [12], [13], ANN with genetic feature selection [14].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 learning on constellation images: the intelligent constellation analyzer [4], joint OSNR + MFI [11], SVM on image texture [8], recent CNN case studies [16].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Wireless parallel: CNNs on raw I/Q [6]; Ge et al. [7] analysed representation effects in wireless AMC; Tian et al. [9] survey DL-AMC by data representation.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Gap: every optical comparison changes the model and the input together, so neither factor is isolated. No study asks whether the representation affects failure self-detection.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804672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Determine whether the reported advantage of CNN-based MFI comes from the model or from the input representation.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 coherent optical link simulator with realistic impairments and validate it against exact analytic cumulants.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Derive three representations — raw I/Q, constellation image, 15 statistical features — from the same signal realisation.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Isolate the algorithm effect by running three different algorithms on identical features.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Isolate the representation effect by running trained neural networks on different inputs.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Quantify robustness under channel mismatch, and test whether each model can detect its own failure.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METHODS / MATERIALS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804672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Simulated coherent link, 32 GBaud, 5 formats (QPSK – 64-QAM), OSNR 5–25 dB in 1 dB steps, 63,000 captures of 4096 symbols.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Signal chain: symbols → residual chromatic dispersion → laser phase noise + frequency offset → carrier phase recovery → I/Q imbalance → AGC → ASE noise.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Simulation is required: no public optical constellation dataset exists, and the claim needs exactly controlled OSNR sweeps.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Validation: normalised 4th-order cumulant is an exact finite sum for a noiseless constellation. Simulator matches theory to within 0.004 for all five formats.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representations from the same realisation: raw I/Q (2×512), 64×64 constellation image (2-D histogram, log-scaled), 15 cumulant and amplitude features.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 70/15/15 stratified on (format, OSNR); three seeds (42, 43, 44); scaler fitted inside a Pipeline to prevent leakage.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EXPERIMENTATION / MODELING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comparison in the literature changes two variables at once. We separate them.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37744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Shallow model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Deep model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 hand-crafted features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SVM,  k-NN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70C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MLP  ← the control nobody includes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64×64 constellation image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CNN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200400"/>
            <a:ext cx="804672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Moving across a row changes only the algorithm → the algorithm effect.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Moving down the deep-model column changes only the input → the representation effect.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MLP is the critical control: a trained deep network that sees only the 15 features. If MLP ≈ SVM the representation matters; if MLP ≈ CNN the model matters.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Five classifiers in total: CNN (285,941 params), IQ-CNN (27,781), MLP (11,013), SVM, k-NN.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Seven experiments: main comparison, generalisation to unseen OSNR, architecture ablation, capture length, channel robustness, confidence calibration, impairment tolerance.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— THE MAIN COMPARISON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D:\research paper\figures\fig2_represen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14400"/>
            <a:ext cx="7772400" cy="4297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30352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Algorithm effect: 1.83 points — the spread across MLP, SVM and k-NN on identical features.</a:t>
            </a:r>
            <a:endParaRPr lang="en-US" sz="145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4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Representation effect: 5.32 points — the CNN over the strongest of them (the SVM). That is 2.9× larger.</a:t>
            </a:r>
            <a:endParaRPr lang="en-US" sz="145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MLP, a deep network, finished below the SVM, a shallow one: depth on features bought nothing.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— MARGIN AND ROBUSTNESS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60120"/>
          <a:ext cx="3931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OSNR for ≥ 95 %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OSNR for ≥ 99 %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CNN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 dB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 dB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SVM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 dB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 dB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k-NN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 dB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 dB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26060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7 dB OSNR margin — which converts directly into reach or amplifier count.</a:t>
            </a:r>
            <a:endParaRPr lang="en-US" sz="1350" dirty="0"/>
          </a:p>
        </p:txBody>
      </p:sp>
      <p:pic>
        <p:nvPicPr>
          <p:cNvPr id="7" name="Image 0" descr="D:\research paper\figures\fig8_robust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960120"/>
            <a:ext cx="4206240" cy="170992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30632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Trained on a clean channel, tested on a severe one: CNN holds 89.8 %, the SVM collapses to 21.8 % against a 20 % chance level.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Cumulants are statistics of an assumed signal model. Change the impairments and the learned boundaries stop meaning anything.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Failure self-detection: at a 90 % confidence gate the CNN still answers 86.9 % of inputs, the SVM answers 0.2 % — a 447× difference in usable coverage.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feature-based monitor can be made accurate only by silencing it. This interaction has not, to our knowledge, been reported before.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Capture length: the CNN with 512 symbols (94.08 %) beats the SVM with 4096 (93.82 %).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— AN HONEST NEGATIVE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D:\research paper\figures\slide_disper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914400"/>
            <a:ext cx="6858000" cy="39136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956048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I/Q imbalance destroys the cumulant features: at 2.5 dB the SVM falls to 20.35 % while the CNN holds 95.48 %.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 residual chromatic dispersion inverts the headline. At 150 ps/nm the SVM scores 80.14 % and the CNN only 54.89 %.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report this rather than bury it — it bounds the claim and points to a possible hybrid representation.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804672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input representation, not the learning algorithm, is the dominant design variable in optical MFI — worth 2.9× as much on matched channels.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very different algorithms on identical features perform within 1.83 points of one another. Adding depth to the feature pipeline bought nothing.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advantage widens sharply under channel mismatch: 89.8 % against 21.8 %, where 20 % is chance.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representation also governs whether a confidence-gated monitor stays operational at all — 86.9 % coverage against 0.2 %.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simulator is validated against exact analytic cumulants, and every reported number is recomputed from saved weights by an independent script.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Limits stated plainly: simulation only, single polarisation, linear channel, fixed symbol rate, five formats — and dispersion favours the hand-crafted features.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PUBLICATION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804672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Manuscript complete in IEEE conference format: 8 pages, 9 figures, 10 references, compiles clean with zero overfull boxes.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Title: “Input Representation Dominates Model Choice in Machine-Learning Modulation Format Identification”.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 venue: QPAIN 2027 — IEEE 3rd International Conference on Quantum Photonics, AI and Networking. Submission deadline 30 November 2026.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IEEE Photonics Society sponsored; indexed in IEEE Xplore and Scopus. Backup venue: PHOTOPTICS.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Status: not yet submitted. Remaining work is a trim from 8 pages to the 4–6 page limit.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Code and data-generation scripts are public at github.com/techi101/optical-mfi-representation; every number regenerates from a fixed seed.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6459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743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MEMEC702 MSE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8229600" cy="539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[1]  F. N. Khan, Q. Fan, C. Lu, A. P. T. Lau, “An optical communication’s perspective on machine learning and its applications,” J. Lightw. Technol., vol. 37, no. 2, pp. 493–516, 2019.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[2]  A. Swami, B. M. Sadler, “Hierarchical digital modulation classification using cumulants,” IEEE Trans. Commun., vol. 48, no. 3, pp. 416–429, 2000.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[3]  O. A. Dobre, A. Abdi, Y. Bar-Ness, W. Su, “Survey of automatic modulation classification techniques,” IET Commun., vol. 1, no. 2, pp. 137–156, 2007.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[4]  D. Wang et al., “Intelligent constellation diagram analyzer using CNN-based deep learning,” Opt. Express, vol. 25, no. 15, pp. 17150–17166, 2017.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[5]  F. N. Khan et al., “Modulation format identification in coherent receivers using deep machine learning,” IEEE Photon. Technol. Lett., vol. 28, no. 17, pp. 1886–1889, 2016.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[6]  T. J. O’Shea, J. Corgan, T. C. Clancy, “Convolutional radio modulation recognition networks,” EANN 2016, CCIS vol. 629, Springer, pp. 213–226.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[7]  Z. Ge, H. Jiang, Y. Guo, J. Zhou, “Accuracy analysis of feature-based AMC via deep neural network,” Sensors, vol. 21, no. 24, art. 8252, 2021.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[8]  Z. Huang et al., “Modulation format identification based on signal constellation diagrams and SVM,” Photonics, vol. 9, no. 12, art. 927, 2022.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[9]  X. Tian et al., “A survey on deep learning enabled AMC methods,” Signal Processing, vol. 242, art. 110444, 2026.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[10]  H. Yang, R. Sahay, “An uncertainty quantification framework for deep learning-based AMC,” arXiv:2503.04142, 2025.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[11]  F. N. Khan et al., “Joint OSNR monitoring and MFI in digital coherent receivers using DNNs,” Opt. Express, vol. 25, no. 15, p. 17767, 2017.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[12]  H. Xu et al., “Blind and low-complexity MFI using PCA of Stokes parameters for elastic optical networks,” Opt. Express, vol. 28, no. 14, p. 20249, 2020.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[13]  J. Jiang et al., “Blind modulation format identification based on PCA and SVD,” Electronics, vol. 11, no. 4, art. 612, 2022.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[14]  S. Zhang et al., “MFI in heterogeneous fiber-optic networks using ANNs and genetic algorithms,” Photonic Netw. Commun., vol. 32, no. 2, pp. 246–252, 2016.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[15]  T. Wang, X. Liu, “A novel modulation format identification based on amplitude histogram space,” Front. Optoelectron., vol. 12, no. 2, pp. 190–196, 2019.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[16]  M. Leblebici, A. Çalhan, M. Cicioğlu, “Deep learning-based modulation recognition with constellation diagram: a case study,” Phys. Commun., vol. 63, art. 102285, 2024.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BTP I MEMEC702 Mid Sem Evaluation</dc:title>
  <dc:subject>PptxGenJS Presentation</dc:subject>
  <dc:creator>Nitesh Kumar Yadav, Yash Mittal, Sajan</dc:creator>
  <cp:lastModifiedBy>Nitesh Kumar Yadav, Yash Mittal, Sajan</cp:lastModifiedBy>
  <cp:revision>1</cp:revision>
  <dcterms:created xsi:type="dcterms:W3CDTF">2026-09-23T15:32:47Z</dcterms:created>
  <dcterms:modified xsi:type="dcterms:W3CDTF">2026-09-23T15:32:47Z</dcterms:modified>
</cp:coreProperties>
</file>